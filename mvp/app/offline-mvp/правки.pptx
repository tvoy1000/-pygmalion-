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50EFCF-9491-F308-664F-24731314D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F05B6F-A767-2130-C7ED-E996C8B60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5BBE8B-F73F-D49C-062B-5B39BB40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BCB4C9-3553-9EAE-4C7A-0077DE00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375ABC-1956-8B08-FA9A-0D701AE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941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C3B006-9630-5D43-E949-353B23CC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F0C3F2-94FE-7699-8880-B71C7E069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3AAE4C-0527-F220-1914-BB58A738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484826-307E-F795-C492-A9D6861E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B5F34C-DB0F-50D3-F5A5-56611984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447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88C10-64A0-D991-180C-A51BA951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4A13B9-FB07-485E-FFCA-D51F2FA42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E055EB-B3FB-34F8-7CF8-1D4564D02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58621F-4A1E-6F81-33A9-0A732364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363E0C-EAB3-AC98-378F-E2A57C97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90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67F2D-596B-BF90-AFA9-2DE3C1FA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8C3F60-5358-ACC0-AF75-C3F7FA6DF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CC83934-26CE-E9D4-D707-F90B8EEF4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A12D0F-0CEB-D578-014F-B3855089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260EB5-85F5-5388-0017-894115BF3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98B265-844E-4C66-7847-07243475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59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32CDF-44E6-EA57-5EC8-4C8D04DBD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EDF2A3-E810-0179-C91B-9667B0BC0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A682D0-C34B-321B-FD14-76DE9B204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C138FB-E231-E9AD-81BA-DF9C45703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9F6C213-475B-FE0C-9AF3-54526596C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42372EC-4DB3-DF08-CBDA-8A1A8D373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B3BA8A-5AE9-03A6-BDD4-974420715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B5D283-F3F5-13CF-BC97-59295B425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66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F37411-9FF9-FBF5-D505-42AA4C361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4BBDC91-3ECE-A198-6763-E832E57E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09903B-64DD-3E60-08BD-67E53F6B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5E1D957-48E5-C011-8F4B-998F08D6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776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14B088F-0D14-48CC-E04B-7FEB4700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376BBB-4209-837B-8372-D53012C6D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9EF870-D794-B011-BA4E-C39A02A3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68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92A1F-6F52-F732-1647-F9491D17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C3F786-EDB5-E59C-A166-2B6112E64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335358-4DFF-A3F1-1F5E-0A302BE8C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222F57-C747-A80A-C485-95D239075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07888C-6AB6-8BA0-6676-6BF01ADF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D3B523-EC25-F3D8-3980-4F34824A6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00642-7634-1121-0BC1-4FA21BBA7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B3B7B92-9037-5D7C-4386-BACB0291F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FC0AAC-71A3-C9F2-635F-FFC3F4887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142F82-66A1-E7EA-8F74-3E1EBD6FC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9E00AB-4631-8500-B790-2FF250AFC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5B46C7-BE94-12FA-E3D1-D88E80A3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954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6A320-F40D-D668-A398-C3B82747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0CC54F-348A-88B1-7F80-3CFC1FD30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BF72DD-AC2B-3617-96F9-A516C00D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C5BD6C-2AA2-080F-3B4B-0E57D918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5F9070-7551-9587-F3E7-87C1B717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22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09B0A7-0BF3-5C65-D49A-2D29F24581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11DD68C-85FC-0534-4844-89BC24A80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344B86-3B73-EEBE-E727-25B68A4C9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36216A-3812-EBCB-8550-A392A675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2860F0-0A62-742B-F050-D5B497B7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41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549A1-F737-C64F-C435-FA34E4C2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7FCF55-D45D-2769-11AE-84B786292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9BDF90-20BC-5F07-4924-CC978D96E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92228-4F76-4990-B773-2A4A1B28EC1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7C3481-3F25-1BC6-BE43-C141D3938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F5F128-7781-84C7-BEED-C8A42FEFC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40044-E680-40CF-BD8C-121E9D0578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55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44D01-2623-63E8-C8C4-169E4C5A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499"/>
          </a:xfrm>
        </p:spPr>
        <p:txBody>
          <a:bodyPr>
            <a:normAutofit/>
          </a:bodyPr>
          <a:lstStyle/>
          <a:p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акте 4 сводная таблица должна появляться не сразу после нажатия кнопки «новый кон» а после второго и последующих конов.</a:t>
            </a:r>
            <a:b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нажатии на кнопку должен запускается новый кон при сохранении результатов кона а при завершении 1-4 актов</a:t>
            </a:r>
            <a:b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«итоговой таблице» результат за прошедший кон а в «сводной» - сумма всех результатов кона.</a:t>
            </a:r>
            <a:b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«сводная таблица» повторяет те же достижения и результаты но за все коны.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C36FF18-E87F-EA36-A4D5-ACCF777691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244" y="1825625"/>
            <a:ext cx="8095512" cy="4351338"/>
          </a:xfrm>
        </p:spPr>
      </p:pic>
    </p:spTree>
    <p:extLst>
      <p:ext uri="{BB962C8B-B14F-4D97-AF65-F5344CB8AC3E}">
        <p14:creationId xmlns:p14="http://schemas.microsoft.com/office/powerpoint/2010/main" val="3699194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BA322CC-2B0F-75B3-A7E9-F0D4A7720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305" y="365780"/>
            <a:ext cx="2998237" cy="1543702"/>
          </a:xfrm>
        </p:spPr>
        <p:txBody>
          <a:bodyPr/>
          <a:lstStyle/>
          <a:p>
            <a:r>
              <a:rPr lang="ru-RU" dirty="0"/>
              <a:t>Далее нет переводов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19EE9D-0D97-33F9-35FA-508987462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542" y="0"/>
            <a:ext cx="53349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8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1B507C95-593F-3931-ADB6-3DDEE531E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7193482" cy="3088433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F41112-640A-050A-2248-C64224696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483" y="10005"/>
            <a:ext cx="4998516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B02B23-B5AA-98F7-CC64-0DFDA2CCE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18" y="3088432"/>
            <a:ext cx="5963482" cy="376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52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6DD8066-2515-341D-C139-672A2EAC7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59" y="176118"/>
            <a:ext cx="6324600" cy="5633011"/>
          </a:xfrm>
        </p:spPr>
        <p:txBody>
          <a:bodyPr>
            <a:normAutofit/>
          </a:bodyPr>
          <a:lstStyle/>
          <a:p>
            <a:r>
              <a:rPr lang="ru-RU" sz="1400" dirty="0"/>
              <a:t>В «</a:t>
            </a:r>
            <a:r>
              <a:rPr lang="ru-RU" sz="1400" dirty="0" err="1"/>
              <a:t>числобукв</a:t>
            </a:r>
            <a:r>
              <a:rPr lang="ru-RU" sz="1400" dirty="0"/>
              <a:t>» перевести :</a:t>
            </a:r>
            <a:br>
              <a:rPr lang="ru-RU" sz="1400" dirty="0"/>
            </a:br>
            <a:r>
              <a:rPr lang="ru-RU" sz="1400" dirty="0"/>
              <a:t>«Акт 1.0»</a:t>
            </a:r>
            <a:br>
              <a:rPr lang="ru-RU" sz="1400" dirty="0"/>
            </a:br>
            <a:r>
              <a:rPr lang="ru-RU" sz="1400" dirty="0"/>
              <a:t>перевести на английский и зеленую кнопку «Принять О.К. »</a:t>
            </a:r>
          </a:p>
          <a:p>
            <a:r>
              <a:rPr lang="ru-RU" sz="1400" dirty="0"/>
              <a:t>- предпоследний и последний ряд нашей клавиатуры надо унифицировать как в «офлайн» версии где </a:t>
            </a:r>
            <a:r>
              <a:rPr lang="en-US" sz="1400" dirty="0"/>
              <a:t>[</a:t>
            </a:r>
            <a:r>
              <a:rPr lang="ru-RU" sz="1400" dirty="0"/>
              <a:t>Ь</a:t>
            </a:r>
            <a:r>
              <a:rPr lang="en-US" sz="1400" dirty="0"/>
              <a:t>] [ </a:t>
            </a:r>
            <a:r>
              <a:rPr lang="ru-RU" sz="1400" dirty="0"/>
              <a:t>Ъ</a:t>
            </a:r>
            <a:r>
              <a:rPr lang="en-US" sz="1400" dirty="0"/>
              <a:t>]</a:t>
            </a:r>
            <a:r>
              <a:rPr lang="ru-RU" sz="1400" dirty="0"/>
              <a:t> два эти символа в одной кнопке разбитная на 2 равных треугольника.</a:t>
            </a:r>
            <a:br>
              <a:rPr lang="ru-RU" sz="1400" dirty="0"/>
            </a:br>
            <a:br>
              <a:rPr lang="ru-RU" sz="1400" dirty="0"/>
            </a:br>
            <a:r>
              <a:rPr lang="ru-RU" sz="1400" dirty="0"/>
              <a:t> акт 2.0 </a:t>
            </a:r>
            <a:r>
              <a:rPr lang="ru-RU" sz="1400"/>
              <a:t>и акт 3.0 так </a:t>
            </a:r>
            <a:r>
              <a:rPr lang="ru-RU" sz="1400" dirty="0"/>
              <a:t>же надо перевести всё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E060C0-E3F5-ACBC-EB45-1D11C8582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471" y="1415475"/>
            <a:ext cx="5580529" cy="54425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6D2261-D0B0-E2D2-4624-D9B293A44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6085"/>
            <a:ext cx="3890402" cy="483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089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</Words>
  <Application>Microsoft Office PowerPoint</Application>
  <PresentationFormat>Широкоэкранный</PresentationFormat>
  <Paragraphs>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В акте 4 сводная таблица должна появляться не сразу после нажатия кнопки «новый кон» а после второго и последующих конов. При нажатии на кнопку должен запускается новый кон при сохранении результатов кона а при завершении 1-4 актов в «итоговой таблице» результат за прошедший кон а в «сводной» - сумма всех результатов кона. «сводная таблица» повторяет те же достижения и результаты но за все коны.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Олег Головатюк-ОРДЕН</dc:creator>
  <cp:lastModifiedBy>Олег Головатюк-ОРДЕН</cp:lastModifiedBy>
  <cp:revision>1</cp:revision>
  <dcterms:created xsi:type="dcterms:W3CDTF">2026-02-11T17:49:33Z</dcterms:created>
  <dcterms:modified xsi:type="dcterms:W3CDTF">2026-02-11T17:50:37Z</dcterms:modified>
</cp:coreProperties>
</file>